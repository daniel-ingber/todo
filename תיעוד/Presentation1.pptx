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61" r:id="rId5"/>
    <p:sldId id="258" r:id="rId6"/>
    <p:sldId id="259" r:id="rId7"/>
  </p:sldIdLst>
  <p:sldSz cx="12192000" cy="6858000"/>
  <p:notesSz cx="6858000" cy="9144000"/>
  <p:defaultTextStyle>
    <a:defPPr>
      <a:defRPr lang="en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DFF01"/>
    <a:srgbClr val="F6FF7D"/>
    <a:srgbClr val="90C0F4"/>
    <a:srgbClr val="FAFFB3"/>
    <a:srgbClr val="FBFFC3"/>
    <a:srgbClr val="F8F9C9"/>
    <a:srgbClr val="F2F0D0"/>
    <a:srgbClr val="D0DB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>
        <p:scale>
          <a:sx n="75" d="100"/>
          <a:sy n="75" d="100"/>
        </p:scale>
        <p:origin x="974" y="3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26D2F-77A1-BBE5-EBFF-4C196E5580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EC99BE-FCA4-305D-6266-CB4FA354FC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7354A6-B9BB-E469-7A98-F53028BF4B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77EA5-AC6C-4658-8BDC-A19AEB22A5BE}" type="datetimeFigureOut">
              <a:rPr lang="en-IL" smtClean="0"/>
              <a:t>18/02/2026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7A3AD9-376E-430F-3FD7-DF25744B35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9DACB5-4BE3-A94D-4BF7-CA0731E9CC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8E11D-AA7F-445F-9BBC-E102BB9F8D9A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1640538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62E7DB-0FAA-DEAA-CFA0-293A5C3500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F5E5E9-8429-4AED-3177-728A049F26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351C52-102C-5585-2C16-73B48675C4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77EA5-AC6C-4658-8BDC-A19AEB22A5BE}" type="datetimeFigureOut">
              <a:rPr lang="en-IL" smtClean="0"/>
              <a:t>18/02/2026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6CBB90-FAF6-DF07-3A35-87F6D14ED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CE2CAB-4DD1-7B33-945C-90473DC64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8E11D-AA7F-445F-9BBC-E102BB9F8D9A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3707493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3A70A0-E08A-74B0-80A1-3B32E58162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D70C90-9634-8876-DF20-DF2B5B4744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2A9587-B754-EBD4-86CE-EC05F71929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77EA5-AC6C-4658-8BDC-A19AEB22A5BE}" type="datetimeFigureOut">
              <a:rPr lang="en-IL" smtClean="0"/>
              <a:t>18/02/2026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9948F6-9F38-421C-2D32-F0CE8E16A4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768428-1D64-DB91-21C6-39A919FCF5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8E11D-AA7F-445F-9BBC-E102BB9F8D9A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602276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771673-0080-0A33-3CBE-ADBE2CF1B7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B720FF-FE94-E2E7-08AA-655F975BFF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1CAAC8-4054-CB42-56A4-22BBC6483B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149ADE-D07B-B56C-CE84-0D61F95554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77EA5-AC6C-4658-8BDC-A19AEB22A5BE}" type="datetimeFigureOut">
              <a:rPr lang="en-IL" smtClean="0"/>
              <a:t>18/02/2026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ADF256-5664-37B4-8A3B-507DB63790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7A0ACC-FFD4-9D7F-4189-33A144CD93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8E11D-AA7F-445F-9BBC-E102BB9F8D9A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104781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D6D143-278D-58BC-70C1-01A7DC661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62C8EA-705D-60C7-C34D-6BEA42AE9D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E1A102-FA5D-59F3-B71F-E3BD527BB2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358CF6-59FE-8117-B34C-4EA7582CDC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460BB6F-ADFA-8666-CF99-38A0F10A4DB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1205793-0E72-4435-535D-6809AD70BE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77EA5-AC6C-4658-8BDC-A19AEB22A5BE}" type="datetimeFigureOut">
              <a:rPr lang="en-IL" smtClean="0"/>
              <a:t>18/02/2026</a:t>
            </a:fld>
            <a:endParaRPr lang="en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CF0F980-199C-9F9D-0478-D20D7FDA81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3F9560-E644-DAD2-6053-CB9DDDB22B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8E11D-AA7F-445F-9BBC-E102BB9F8D9A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531001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2E605A-15B3-7270-2B31-B769769E3B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3255A1-BC2F-A67F-64C2-DC565A2CD1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77EA5-AC6C-4658-8BDC-A19AEB22A5BE}" type="datetimeFigureOut">
              <a:rPr lang="en-IL" smtClean="0"/>
              <a:t>18/02/2026</a:t>
            </a:fld>
            <a:endParaRPr lang="en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27C32F-A854-340E-8181-C49F3C4D89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E6E78F-486E-AB04-280C-479DD8A780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8E11D-AA7F-445F-9BBC-E102BB9F8D9A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6677389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BD7D631-4E33-18FB-0324-84C5C223D6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77EA5-AC6C-4658-8BDC-A19AEB22A5BE}" type="datetimeFigureOut">
              <a:rPr lang="en-IL" smtClean="0"/>
              <a:t>18/02/2026</a:t>
            </a:fld>
            <a:endParaRPr lang="en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5902799-8722-579E-7CB7-84F025B7CA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4D0012-4A6C-7707-73D2-D96B07EAC7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8E11D-AA7F-445F-9BBC-E102BB9F8D9A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9983515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70735-CD4B-298D-992B-944AFFD89E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D2D747-2B09-48B6-3374-578244C3C0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98E89D-0826-05E6-6248-2BB41DB59A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BA8E4E-5EF3-2DF7-3B7A-9E065A08F3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77EA5-AC6C-4658-8BDC-A19AEB22A5BE}" type="datetimeFigureOut">
              <a:rPr lang="en-IL" smtClean="0"/>
              <a:t>18/02/2026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34AF57-D320-A518-CA39-DBE17B4A19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D8C446-35D5-3AC3-7AA5-64806F41F1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8E11D-AA7F-445F-9BBC-E102BB9F8D9A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3109583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E43E77-9C52-14F1-FE9B-C18CE30DC0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7987543-3F5D-DFBA-8FA4-0403E8E9F4F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B6FE49-B887-FCA4-DABB-A953EEF1F2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6D5B11-5563-EE10-96BA-D8835005F2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77EA5-AC6C-4658-8BDC-A19AEB22A5BE}" type="datetimeFigureOut">
              <a:rPr lang="en-IL" smtClean="0"/>
              <a:t>18/02/2026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D7462A-1370-E00B-EFA7-A9B844E780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664501-862D-0338-57CB-3057F4BDE1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8E11D-AA7F-445F-9BBC-E102BB9F8D9A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8644327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C49205-8FAA-AB82-76A7-264B014053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976796-88B9-897D-0646-ABE8FAAFE0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9D00B7-58E0-15D9-FBBC-B55FDD5D5A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77EA5-AC6C-4658-8BDC-A19AEB22A5BE}" type="datetimeFigureOut">
              <a:rPr lang="en-IL" smtClean="0"/>
              <a:t>18/02/2026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43405B-321B-8D83-81F3-1A83718208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0E2243-E405-16A7-CA2D-93865ED4EA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8E11D-AA7F-445F-9BBC-E102BB9F8D9A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0215066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BAB3DF6-4937-4872-BB89-B082D1B9DF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2F1429-54A0-3D69-1872-8E1E5DF964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E99D81-8202-76BF-26FD-4A279CC5E8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77EA5-AC6C-4658-8BDC-A19AEB22A5BE}" type="datetimeFigureOut">
              <a:rPr lang="en-IL" smtClean="0"/>
              <a:t>18/02/2026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468D45-3BC1-F199-5BF7-B6AD7FBF68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CADDFD-AE9D-4C04-2E3B-4EAAD87D8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8E11D-AA7F-445F-9BBC-E102BB9F8D9A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4355134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131782D-C192-0D1B-B723-DFE08D4CA5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D402BA-4374-7313-4EBC-6531F0CCD9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48CDE3-C5C4-47CA-8D56-FDDCD51905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C77EA5-AC6C-4658-8BDC-A19AEB22A5BE}" type="datetimeFigureOut">
              <a:rPr lang="en-IL" smtClean="0"/>
              <a:t>18/02/2026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807210-9053-36EE-E321-B02490C9B9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E7730F-0951-60AB-F1C9-7E191C2E19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F8E11D-AA7F-445F-9BBC-E102BB9F8D9A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098192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513B170C-1894-F8FC-5B02-DD439DCC6182}"/>
              </a:ext>
            </a:extLst>
          </p:cNvPr>
          <p:cNvSpPr/>
          <p:nvPr/>
        </p:nvSpPr>
        <p:spPr>
          <a:xfrm>
            <a:off x="6324600" y="2255519"/>
            <a:ext cx="5507394" cy="2662081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73C4065-8BC4-7868-3296-0E8F8525F1B3}"/>
              </a:ext>
            </a:extLst>
          </p:cNvPr>
          <p:cNvSpPr/>
          <p:nvPr/>
        </p:nvSpPr>
        <p:spPr>
          <a:xfrm>
            <a:off x="398104" y="1384041"/>
            <a:ext cx="11517087" cy="4851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IL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EC7CE2D-183D-D13F-2B56-838B31A6DAE3}"/>
              </a:ext>
            </a:extLst>
          </p:cNvPr>
          <p:cNvSpPr/>
          <p:nvPr/>
        </p:nvSpPr>
        <p:spPr>
          <a:xfrm>
            <a:off x="11504645" y="1483567"/>
            <a:ext cx="273697" cy="28613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IL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41D987A-5E31-23ED-1B33-F6399A3D3592}"/>
              </a:ext>
            </a:extLst>
          </p:cNvPr>
          <p:cNvSpPr/>
          <p:nvPr/>
        </p:nvSpPr>
        <p:spPr>
          <a:xfrm>
            <a:off x="2489199" y="1483564"/>
            <a:ext cx="8432801" cy="28614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IL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1A034C3-EB25-C748-6168-4DF7565240F2}"/>
              </a:ext>
            </a:extLst>
          </p:cNvPr>
          <p:cNvSpPr/>
          <p:nvPr/>
        </p:nvSpPr>
        <p:spPr>
          <a:xfrm>
            <a:off x="11059472" y="1483564"/>
            <a:ext cx="273697" cy="28613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IL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3F3A849-90C0-4E12-11AE-AF95F9854CB0}"/>
              </a:ext>
            </a:extLst>
          </p:cNvPr>
          <p:cNvSpPr/>
          <p:nvPr/>
        </p:nvSpPr>
        <p:spPr>
          <a:xfrm>
            <a:off x="6376062" y="3105229"/>
            <a:ext cx="5402280" cy="28613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dirty="0">
                <a:solidFill>
                  <a:schemeClr val="tx1"/>
                </a:solidFill>
              </a:rPr>
              <a:t>&lt;</a:t>
            </a:r>
            <a:r>
              <a:rPr lang="en-US" dirty="0" err="1">
                <a:solidFill>
                  <a:schemeClr val="tx1"/>
                </a:solidFill>
              </a:rPr>
              <a:t>svg</a:t>
            </a:r>
            <a:r>
              <a:rPr lang="en-US" dirty="0">
                <a:solidFill>
                  <a:schemeClr val="tx1"/>
                </a:solidFill>
              </a:rPr>
              <a:t>&gt;</a:t>
            </a:r>
            <a:endParaRPr lang="en-IL" dirty="0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C11A13-00F6-6CE8-F818-32C5A1D32B1B}"/>
              </a:ext>
            </a:extLst>
          </p:cNvPr>
          <p:cNvSpPr/>
          <p:nvPr/>
        </p:nvSpPr>
        <p:spPr>
          <a:xfrm>
            <a:off x="6376062" y="3460829"/>
            <a:ext cx="5402280" cy="28613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dirty="0">
                <a:solidFill>
                  <a:schemeClr val="tx1"/>
                </a:solidFill>
              </a:rPr>
              <a:t>&lt;input type=“checkbox”&gt;</a:t>
            </a:r>
            <a:endParaRPr lang="en-IL" dirty="0">
              <a:solidFill>
                <a:schemeClr val="tx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EBDCE7F-B2C1-B920-66C3-5498A679672F}"/>
              </a:ext>
            </a:extLst>
          </p:cNvPr>
          <p:cNvSpPr/>
          <p:nvPr/>
        </p:nvSpPr>
        <p:spPr>
          <a:xfrm>
            <a:off x="6376062" y="3810579"/>
            <a:ext cx="5409187" cy="28613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dirty="0">
                <a:solidFill>
                  <a:schemeClr val="tx1"/>
                </a:solidFill>
              </a:rPr>
              <a:t>&lt;span&gt;</a:t>
            </a:r>
            <a:endParaRPr lang="en-IL" dirty="0">
              <a:solidFill>
                <a:schemeClr val="tx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FD64FDE-D356-F11B-6AB5-D2AB00582A3B}"/>
              </a:ext>
            </a:extLst>
          </p:cNvPr>
          <p:cNvSpPr/>
          <p:nvPr/>
        </p:nvSpPr>
        <p:spPr>
          <a:xfrm>
            <a:off x="6376062" y="2755479"/>
            <a:ext cx="5402280" cy="286139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dirty="0">
                <a:solidFill>
                  <a:schemeClr val="tx1"/>
                </a:solidFill>
              </a:rPr>
              <a:t>&lt;div&gt;</a:t>
            </a:r>
            <a:endParaRPr lang="en-IL" dirty="0">
              <a:solidFill>
                <a:schemeClr val="tx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734B94A-9BAF-799A-6816-903345EDCD37}"/>
              </a:ext>
            </a:extLst>
          </p:cNvPr>
          <p:cNvSpPr txBox="1"/>
          <p:nvPr/>
        </p:nvSpPr>
        <p:spPr>
          <a:xfrm>
            <a:off x="6692549" y="2331720"/>
            <a:ext cx="50825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r"/>
            <a:r>
              <a:rPr lang="en-US" dirty="0"/>
              <a:t>&lt;li&gt;</a:t>
            </a:r>
            <a:endParaRPr lang="en-IL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A6C3747-ECD0-D6FA-F578-33B1209C4711}"/>
              </a:ext>
            </a:extLst>
          </p:cNvPr>
          <p:cNvSpPr/>
          <p:nvPr/>
        </p:nvSpPr>
        <p:spPr>
          <a:xfrm>
            <a:off x="537276" y="1483564"/>
            <a:ext cx="273697" cy="28613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IL" dirty="0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AB1A41C0-70EC-5E69-CBA3-D4E2F17C5FAA}"/>
              </a:ext>
            </a:extLst>
          </p:cNvPr>
          <p:cNvGrpSpPr/>
          <p:nvPr/>
        </p:nvGrpSpPr>
        <p:grpSpPr>
          <a:xfrm>
            <a:off x="398106" y="167951"/>
            <a:ext cx="11517087" cy="485192"/>
            <a:chOff x="398106" y="167951"/>
            <a:chExt cx="11517087" cy="485192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DCEE7917-8E98-C732-1F0C-0AB2CA0B8752}"/>
                </a:ext>
              </a:extLst>
            </p:cNvPr>
            <p:cNvSpPr/>
            <p:nvPr/>
          </p:nvSpPr>
          <p:spPr>
            <a:xfrm>
              <a:off x="398106" y="167951"/>
              <a:ext cx="11517087" cy="48519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 rtl="1"/>
              <a:r>
                <a:rPr lang="he-IL" dirty="0"/>
                <a:t>     	משימה </a:t>
              </a:r>
              <a:r>
                <a:rPr lang="he-IL" dirty="0" err="1"/>
                <a:t>משימה</a:t>
              </a:r>
              <a:r>
                <a:rPr lang="he-IL" dirty="0"/>
                <a:t> </a:t>
              </a:r>
              <a:r>
                <a:rPr lang="he-IL" dirty="0" err="1"/>
                <a:t>משימה</a:t>
              </a:r>
              <a:r>
                <a:rPr lang="he-IL" dirty="0"/>
                <a:t> </a:t>
              </a:r>
              <a:r>
                <a:rPr lang="he-IL" dirty="0" err="1"/>
                <a:t>משימה</a:t>
              </a:r>
              <a:r>
                <a:rPr lang="he-IL" dirty="0"/>
                <a:t>		</a:t>
              </a:r>
              <a:endParaRPr lang="en-IL" dirty="0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9EDC82AF-2152-54B3-5C22-2C9536634953}"/>
                </a:ext>
              </a:extLst>
            </p:cNvPr>
            <p:cNvSpPr/>
            <p:nvPr/>
          </p:nvSpPr>
          <p:spPr>
            <a:xfrm>
              <a:off x="11504645" y="270588"/>
              <a:ext cx="289249" cy="261257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1AA31EFB-24C0-363B-98DF-BE5D2844A59B}"/>
                </a:ext>
              </a:extLst>
            </p:cNvPr>
            <p:cNvSpPr txBox="1"/>
            <p:nvPr/>
          </p:nvSpPr>
          <p:spPr>
            <a:xfrm>
              <a:off x="512863" y="216550"/>
              <a:ext cx="3225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FF0000"/>
                  </a:solidFill>
                </a:rPr>
                <a:t>X</a:t>
              </a:r>
              <a:endParaRPr lang="en-IL" b="1" dirty="0">
                <a:solidFill>
                  <a:srgbClr val="FF0000"/>
                </a:solidFill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5D40BE7D-C900-9616-A754-E9D8E8E55411}"/>
                </a:ext>
              </a:extLst>
            </p:cNvPr>
            <p:cNvSpPr txBox="1"/>
            <p:nvPr/>
          </p:nvSpPr>
          <p:spPr>
            <a:xfrm>
              <a:off x="950144" y="225881"/>
              <a:ext cx="13035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he-IL" dirty="0">
                  <a:solidFill>
                    <a:schemeClr val="bg1"/>
                  </a:solidFill>
                </a:rPr>
                <a:t>11.11.2026</a:t>
              </a:r>
              <a:endParaRPr lang="en-IL" dirty="0">
                <a:solidFill>
                  <a:schemeClr val="bg1"/>
                </a:solidFill>
              </a:endParaRPr>
            </a:p>
          </p:txBody>
        </p:sp>
        <p:sp>
          <p:nvSpPr>
            <p:cNvPr id="28" name="Smiley Face 27">
              <a:extLst>
                <a:ext uri="{FF2B5EF4-FFF2-40B4-BE49-F238E27FC236}">
                  <a16:creationId xmlns:a16="http://schemas.microsoft.com/office/drawing/2014/main" id="{2A0CCD11-67AF-6033-2CBA-DA01408074AB}"/>
                </a:ext>
              </a:extLst>
            </p:cNvPr>
            <p:cNvSpPr/>
            <p:nvPr/>
          </p:nvSpPr>
          <p:spPr>
            <a:xfrm>
              <a:off x="11043920" y="270588"/>
              <a:ext cx="289249" cy="261257"/>
            </a:xfrm>
            <a:prstGeom prst="smileyFac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/>
            </a:p>
          </p:txBody>
        </p:sp>
      </p:grpSp>
      <p:sp>
        <p:nvSpPr>
          <p:cNvPr id="29" name="Rectangle 28">
            <a:extLst>
              <a:ext uri="{FF2B5EF4-FFF2-40B4-BE49-F238E27FC236}">
                <a16:creationId xmlns:a16="http://schemas.microsoft.com/office/drawing/2014/main" id="{C1EEE98F-D598-DD93-4978-C9BEE31B4DBE}"/>
              </a:ext>
            </a:extLst>
          </p:cNvPr>
          <p:cNvSpPr/>
          <p:nvPr/>
        </p:nvSpPr>
        <p:spPr>
          <a:xfrm>
            <a:off x="6382969" y="4523644"/>
            <a:ext cx="5402280" cy="28613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dirty="0">
                <a:solidFill>
                  <a:schemeClr val="tx1"/>
                </a:solidFill>
              </a:rPr>
              <a:t>&lt;</a:t>
            </a:r>
            <a:r>
              <a:rPr lang="en-US" dirty="0" err="1">
                <a:solidFill>
                  <a:schemeClr val="tx1"/>
                </a:solidFill>
              </a:rPr>
              <a:t>svg</a:t>
            </a:r>
            <a:r>
              <a:rPr lang="en-US" dirty="0">
                <a:solidFill>
                  <a:schemeClr val="tx1"/>
                </a:solidFill>
              </a:rPr>
              <a:t>&gt;</a:t>
            </a:r>
            <a:endParaRPr lang="en-IL" dirty="0">
              <a:solidFill>
                <a:schemeClr val="tx1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A4D48CB-42E5-D615-50B2-38A67FCFD89F}"/>
              </a:ext>
            </a:extLst>
          </p:cNvPr>
          <p:cNvSpPr/>
          <p:nvPr/>
        </p:nvSpPr>
        <p:spPr>
          <a:xfrm>
            <a:off x="6382969" y="4164996"/>
            <a:ext cx="5399027" cy="286139"/>
          </a:xfrm>
          <a:prstGeom prst="rect">
            <a:avLst/>
          </a:prstGeom>
          <a:solidFill>
            <a:schemeClr val="bg2">
              <a:lumMod val="9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dirty="0">
                <a:solidFill>
                  <a:schemeClr val="tx1"/>
                </a:solidFill>
              </a:rPr>
              <a:t>&lt;span&gt;</a:t>
            </a:r>
            <a:endParaRPr lang="en-IL" dirty="0">
              <a:solidFill>
                <a:schemeClr val="tx1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C333BBC-4732-B1A1-FBFC-6A9183F1E4A6}"/>
              </a:ext>
            </a:extLst>
          </p:cNvPr>
          <p:cNvSpPr/>
          <p:nvPr/>
        </p:nvSpPr>
        <p:spPr>
          <a:xfrm>
            <a:off x="866452" y="1483562"/>
            <a:ext cx="1556708" cy="286141"/>
          </a:xfrm>
          <a:prstGeom prst="rect">
            <a:avLst/>
          </a:prstGeom>
          <a:solidFill>
            <a:schemeClr val="bg2">
              <a:lumMod val="9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IL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DC6B767-E71E-CD44-F4F7-DE1B76FFFAAC}"/>
              </a:ext>
            </a:extLst>
          </p:cNvPr>
          <p:cNvSpPr txBox="1"/>
          <p:nvPr/>
        </p:nvSpPr>
        <p:spPr>
          <a:xfrm>
            <a:off x="5296741" y="6488668"/>
            <a:ext cx="13708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 dirty="0"/>
              <a:t>מבנה משימה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34785483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Rectangle 82">
            <a:extLst>
              <a:ext uri="{FF2B5EF4-FFF2-40B4-BE49-F238E27FC236}">
                <a16:creationId xmlns:a16="http://schemas.microsoft.com/office/drawing/2014/main" id="{57A87546-0C27-1EFD-9D5C-0AE8210A5F7A}"/>
              </a:ext>
            </a:extLst>
          </p:cNvPr>
          <p:cNvSpPr/>
          <p:nvPr/>
        </p:nvSpPr>
        <p:spPr>
          <a:xfrm>
            <a:off x="734909" y="2433505"/>
            <a:ext cx="4232635" cy="1034777"/>
          </a:xfrm>
          <a:prstGeom prst="rect">
            <a:avLst/>
          </a:prstGeom>
          <a:solidFill>
            <a:srgbClr val="EDFF01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IL" dirty="0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9B7885C9-45E2-1E47-7736-8FBE377398AE}"/>
              </a:ext>
            </a:extLst>
          </p:cNvPr>
          <p:cNvSpPr/>
          <p:nvPr/>
        </p:nvSpPr>
        <p:spPr>
          <a:xfrm>
            <a:off x="592790" y="2032104"/>
            <a:ext cx="4374754" cy="396322"/>
          </a:xfrm>
          <a:prstGeom prst="rect">
            <a:avLst/>
          </a:prstGeom>
          <a:solidFill>
            <a:srgbClr val="F6FF7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IL" dirty="0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A91EEBAD-48D0-C649-269C-42A0A359C9B3}"/>
              </a:ext>
            </a:extLst>
          </p:cNvPr>
          <p:cNvSpPr/>
          <p:nvPr/>
        </p:nvSpPr>
        <p:spPr>
          <a:xfrm>
            <a:off x="592790" y="1644531"/>
            <a:ext cx="4374754" cy="396322"/>
          </a:xfrm>
          <a:prstGeom prst="rect">
            <a:avLst/>
          </a:prstGeom>
          <a:solidFill>
            <a:srgbClr val="FAFFB3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IL" dirty="0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DB7E7BB8-CB51-F121-1AF7-6A8EC36412AF}"/>
              </a:ext>
            </a:extLst>
          </p:cNvPr>
          <p:cNvSpPr/>
          <p:nvPr/>
        </p:nvSpPr>
        <p:spPr>
          <a:xfrm>
            <a:off x="595352" y="1249790"/>
            <a:ext cx="4374754" cy="396322"/>
          </a:xfrm>
          <a:prstGeom prst="rect">
            <a:avLst/>
          </a:prstGeom>
          <a:solidFill>
            <a:srgbClr val="F8F9C9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IL" dirty="0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62821AF6-1FC2-CABA-2495-84F5E1EEF7CC}"/>
              </a:ext>
            </a:extLst>
          </p:cNvPr>
          <p:cNvSpPr/>
          <p:nvPr/>
        </p:nvSpPr>
        <p:spPr>
          <a:xfrm>
            <a:off x="595352" y="462029"/>
            <a:ext cx="4374754" cy="789849"/>
          </a:xfrm>
          <a:prstGeom prst="rect">
            <a:avLst/>
          </a:prstGeom>
          <a:solidFill>
            <a:srgbClr val="F2F0D0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IL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0B1A0C6-9970-E404-F2FB-4C916E1EDD2F}"/>
              </a:ext>
            </a:extLst>
          </p:cNvPr>
          <p:cNvSpPr txBox="1"/>
          <p:nvPr/>
        </p:nvSpPr>
        <p:spPr>
          <a:xfrm>
            <a:off x="4840129" y="6505383"/>
            <a:ext cx="21098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 dirty="0"/>
              <a:t>הוספת משימה חדשה</a:t>
            </a:r>
            <a:endParaRPr lang="en-IL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FA8CF30-2C33-8B2C-478A-4B9407CA9630}"/>
              </a:ext>
            </a:extLst>
          </p:cNvPr>
          <p:cNvSpPr/>
          <p:nvPr/>
        </p:nvSpPr>
        <p:spPr>
          <a:xfrm>
            <a:off x="7221894" y="158621"/>
            <a:ext cx="4374753" cy="35523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 rtl="1"/>
            <a:endParaRPr lang="en-IL" dirty="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CBB17F31-F517-911B-C51D-D7CA4A69BF79}"/>
              </a:ext>
            </a:extLst>
          </p:cNvPr>
          <p:cNvSpPr/>
          <p:nvPr/>
        </p:nvSpPr>
        <p:spPr>
          <a:xfrm>
            <a:off x="595353" y="74647"/>
            <a:ext cx="4374753" cy="3636294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 dirty="0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D788BAFD-A842-73E8-E64D-ADE127ABC103}"/>
              </a:ext>
            </a:extLst>
          </p:cNvPr>
          <p:cNvSpPr/>
          <p:nvPr/>
        </p:nvSpPr>
        <p:spPr>
          <a:xfrm>
            <a:off x="7345681" y="562385"/>
            <a:ext cx="3029712" cy="742657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786DBB85-F9EB-A7DC-CB50-C068104BCC27}"/>
              </a:ext>
            </a:extLst>
          </p:cNvPr>
          <p:cNvSpPr/>
          <p:nvPr/>
        </p:nvSpPr>
        <p:spPr>
          <a:xfrm>
            <a:off x="10552177" y="762992"/>
            <a:ext cx="975360" cy="341441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e-IL" sz="1400" dirty="0">
                <a:solidFill>
                  <a:schemeClr val="tx1"/>
                </a:solidFill>
              </a:rPr>
              <a:t>המשימה</a:t>
            </a:r>
            <a:endParaRPr lang="en-IL" sz="1400" dirty="0">
              <a:solidFill>
                <a:schemeClr val="tx1"/>
              </a:solidFill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3498A238-E03D-56B7-7EB4-812352050307}"/>
              </a:ext>
            </a:extLst>
          </p:cNvPr>
          <p:cNvSpPr/>
          <p:nvPr/>
        </p:nvSpPr>
        <p:spPr>
          <a:xfrm>
            <a:off x="7345681" y="1433724"/>
            <a:ext cx="2682239" cy="227627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A4D347CA-C920-CDE8-09AB-9D918AF7C41E}"/>
              </a:ext>
            </a:extLst>
          </p:cNvPr>
          <p:cNvSpPr/>
          <p:nvPr/>
        </p:nvSpPr>
        <p:spPr>
          <a:xfrm>
            <a:off x="10168128" y="1433724"/>
            <a:ext cx="1359409" cy="227627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e-IL" sz="1400" dirty="0">
                <a:solidFill>
                  <a:schemeClr val="tx1"/>
                </a:solidFill>
              </a:rPr>
              <a:t>למי המשימה?</a:t>
            </a:r>
            <a:endParaRPr lang="en-IL" sz="1400" dirty="0">
              <a:solidFill>
                <a:schemeClr val="tx1"/>
              </a:solidFill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6450E421-1C42-AFFC-99B4-2384E2FD9358}"/>
              </a:ext>
            </a:extLst>
          </p:cNvPr>
          <p:cNvSpPr/>
          <p:nvPr/>
        </p:nvSpPr>
        <p:spPr>
          <a:xfrm>
            <a:off x="7345681" y="1755430"/>
            <a:ext cx="2682239" cy="227627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8C75E22C-18AA-785D-E2BA-3D6CF39206D1}"/>
              </a:ext>
            </a:extLst>
          </p:cNvPr>
          <p:cNvSpPr/>
          <p:nvPr/>
        </p:nvSpPr>
        <p:spPr>
          <a:xfrm>
            <a:off x="10168128" y="1755430"/>
            <a:ext cx="1359409" cy="227627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e-IL" sz="1200" dirty="0">
                <a:solidFill>
                  <a:schemeClr val="tx1"/>
                </a:solidFill>
              </a:rPr>
              <a:t>תאריך גמר ביצוע?</a:t>
            </a:r>
            <a:endParaRPr lang="en-IL" sz="1200" dirty="0">
              <a:solidFill>
                <a:schemeClr val="tx1"/>
              </a:solidFill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C466185C-BBE2-03AB-159D-7D9A9B4F59BE}"/>
              </a:ext>
            </a:extLst>
          </p:cNvPr>
          <p:cNvSpPr/>
          <p:nvPr/>
        </p:nvSpPr>
        <p:spPr>
          <a:xfrm>
            <a:off x="10168127" y="2304763"/>
            <a:ext cx="1359410" cy="1337597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CF72ECE3-807C-9177-84B3-741A2604F925}"/>
              </a:ext>
            </a:extLst>
          </p:cNvPr>
          <p:cNvSpPr/>
          <p:nvPr/>
        </p:nvSpPr>
        <p:spPr>
          <a:xfrm>
            <a:off x="10168128" y="2077136"/>
            <a:ext cx="1359409" cy="227627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he-IL" sz="1400" dirty="0">
                <a:solidFill>
                  <a:schemeClr val="tx1"/>
                </a:solidFill>
              </a:rPr>
              <a:t>קטגוריה </a:t>
            </a:r>
            <a:r>
              <a:rPr lang="en-US" sz="1400" dirty="0">
                <a:solidFill>
                  <a:schemeClr val="tx1"/>
                </a:solidFill>
              </a:rPr>
              <a:t>v</a:t>
            </a:r>
            <a:endParaRPr lang="en-IL" sz="1400" dirty="0">
              <a:solidFill>
                <a:schemeClr val="tx1"/>
              </a:solidFill>
            </a:endParaRPr>
          </a:p>
        </p:txBody>
      </p:sp>
      <p:sp>
        <p:nvSpPr>
          <p:cNvPr id="64" name="Rectangle: Rounded Corners 63">
            <a:extLst>
              <a:ext uri="{FF2B5EF4-FFF2-40B4-BE49-F238E27FC236}">
                <a16:creationId xmlns:a16="http://schemas.microsoft.com/office/drawing/2014/main" id="{C24BF9FA-F2C3-58AF-C515-F54037533658}"/>
              </a:ext>
            </a:extLst>
          </p:cNvPr>
          <p:cNvSpPr/>
          <p:nvPr/>
        </p:nvSpPr>
        <p:spPr>
          <a:xfrm>
            <a:off x="7345681" y="3182670"/>
            <a:ext cx="1051560" cy="373380"/>
          </a:xfrm>
          <a:prstGeom prst="round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e-IL" dirty="0"/>
              <a:t>+</a:t>
            </a:r>
            <a:endParaRPr lang="en-IL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5BA637E8-B3A2-A1E6-066A-52BE25F87DF8}"/>
              </a:ext>
            </a:extLst>
          </p:cNvPr>
          <p:cNvSpPr txBox="1"/>
          <p:nvPr/>
        </p:nvSpPr>
        <p:spPr>
          <a:xfrm>
            <a:off x="7221893" y="170220"/>
            <a:ext cx="43747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e-IL" dirty="0">
                <a:solidFill>
                  <a:schemeClr val="bg1"/>
                </a:solidFill>
              </a:rPr>
              <a:t>משימה חדשה</a:t>
            </a:r>
            <a:endParaRPr lang="en-IL" dirty="0">
              <a:solidFill>
                <a:schemeClr val="bg1"/>
              </a:solidFill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686E9F9-2BAF-A0F8-0DC3-0CDE14CC80B0}"/>
              </a:ext>
            </a:extLst>
          </p:cNvPr>
          <p:cNvSpPr txBox="1"/>
          <p:nvPr/>
        </p:nvSpPr>
        <p:spPr>
          <a:xfrm>
            <a:off x="11274122" y="158621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X</a:t>
            </a:r>
            <a:endParaRPr lang="en-IL" b="1" dirty="0">
              <a:solidFill>
                <a:srgbClr val="FF0000"/>
              </a:solidFill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FBE4CDDD-FCB6-6F68-4407-79DCFCC32DC8}"/>
              </a:ext>
            </a:extLst>
          </p:cNvPr>
          <p:cNvSpPr/>
          <p:nvPr/>
        </p:nvSpPr>
        <p:spPr>
          <a:xfrm>
            <a:off x="4566432" y="134745"/>
            <a:ext cx="273697" cy="28613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IL" dirty="0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1FAAE54A-2C5A-F9FB-588C-4B3788F2EE74}"/>
              </a:ext>
            </a:extLst>
          </p:cNvPr>
          <p:cNvSpPr/>
          <p:nvPr/>
        </p:nvSpPr>
        <p:spPr>
          <a:xfrm>
            <a:off x="734909" y="500022"/>
            <a:ext cx="3029712" cy="70811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FF520AE7-A907-474C-C85E-7F9293AECD83}"/>
              </a:ext>
            </a:extLst>
          </p:cNvPr>
          <p:cNvSpPr/>
          <p:nvPr/>
        </p:nvSpPr>
        <p:spPr>
          <a:xfrm>
            <a:off x="3941405" y="670535"/>
            <a:ext cx="975360" cy="34144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 sz="1400" dirty="0">
              <a:solidFill>
                <a:schemeClr val="tx1"/>
              </a:solidFill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301CFE41-D3BA-8503-A18C-61F9EF796DC6}"/>
              </a:ext>
            </a:extLst>
          </p:cNvPr>
          <p:cNvSpPr/>
          <p:nvPr/>
        </p:nvSpPr>
        <p:spPr>
          <a:xfrm>
            <a:off x="734909" y="1330717"/>
            <a:ext cx="2682239" cy="227627"/>
          </a:xfrm>
          <a:prstGeom prst="rect">
            <a:avLst/>
          </a:prstGeom>
          <a:solidFill>
            <a:schemeClr val="bg2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DFC8716A-05F1-6C46-D53A-5B65BC8BB672}"/>
              </a:ext>
            </a:extLst>
          </p:cNvPr>
          <p:cNvSpPr/>
          <p:nvPr/>
        </p:nvSpPr>
        <p:spPr>
          <a:xfrm>
            <a:off x="3557356" y="1330717"/>
            <a:ext cx="1359409" cy="22762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 sz="1400" dirty="0">
              <a:solidFill>
                <a:schemeClr val="tx1"/>
              </a:solidFill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1E5F40D7-BE4C-C1A7-259E-5AD27E2EB25E}"/>
              </a:ext>
            </a:extLst>
          </p:cNvPr>
          <p:cNvSpPr/>
          <p:nvPr/>
        </p:nvSpPr>
        <p:spPr>
          <a:xfrm>
            <a:off x="734909" y="1728623"/>
            <a:ext cx="2682239" cy="227627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B8B233CC-495D-FE9E-3248-47A534908F43}"/>
              </a:ext>
            </a:extLst>
          </p:cNvPr>
          <p:cNvSpPr/>
          <p:nvPr/>
        </p:nvSpPr>
        <p:spPr>
          <a:xfrm>
            <a:off x="3557356" y="1728623"/>
            <a:ext cx="1359409" cy="227627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 sz="1200" dirty="0">
              <a:solidFill>
                <a:schemeClr val="tx1"/>
              </a:solidFill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AD550768-E30C-7DC2-E1D3-BBFF609F5DD9}"/>
              </a:ext>
            </a:extLst>
          </p:cNvPr>
          <p:cNvSpPr/>
          <p:nvPr/>
        </p:nvSpPr>
        <p:spPr>
          <a:xfrm>
            <a:off x="5040551" y="2339399"/>
            <a:ext cx="1359410" cy="133759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0F176BE9-0A9B-A327-F6E8-7065CBFA6B5D}"/>
              </a:ext>
            </a:extLst>
          </p:cNvPr>
          <p:cNvSpPr/>
          <p:nvPr/>
        </p:nvSpPr>
        <p:spPr>
          <a:xfrm>
            <a:off x="3557355" y="2111772"/>
            <a:ext cx="1359409" cy="227627"/>
          </a:xfrm>
          <a:prstGeom prst="rect">
            <a:avLst/>
          </a:prstGeom>
          <a:solidFill>
            <a:srgbClr val="90C0F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endParaRPr lang="en-IL" sz="1400" dirty="0">
              <a:solidFill>
                <a:schemeClr val="tx1"/>
              </a:solidFill>
            </a:endParaRPr>
          </a:p>
        </p:txBody>
      </p:sp>
      <p:sp>
        <p:nvSpPr>
          <p:cNvPr id="77" name="Rectangle: Rounded Corners 76">
            <a:extLst>
              <a:ext uri="{FF2B5EF4-FFF2-40B4-BE49-F238E27FC236}">
                <a16:creationId xmlns:a16="http://schemas.microsoft.com/office/drawing/2014/main" id="{8A99EDDE-922E-8C03-2725-B6C0240C8C62}"/>
              </a:ext>
            </a:extLst>
          </p:cNvPr>
          <p:cNvSpPr/>
          <p:nvPr/>
        </p:nvSpPr>
        <p:spPr>
          <a:xfrm>
            <a:off x="734909" y="3094903"/>
            <a:ext cx="1051560" cy="373380"/>
          </a:xfrm>
          <a:prstGeom prst="roundRect">
            <a:avLst>
              <a:gd name="adj" fmla="val 0"/>
            </a:avLst>
          </a:prstGeom>
          <a:solidFill>
            <a:schemeClr val="accent6">
              <a:lumMod val="60000"/>
              <a:lumOff val="40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 dirty="0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D31153B4-BC71-207A-42D3-23EA2C13B955}"/>
              </a:ext>
            </a:extLst>
          </p:cNvPr>
          <p:cNvSpPr/>
          <p:nvPr/>
        </p:nvSpPr>
        <p:spPr>
          <a:xfrm>
            <a:off x="734909" y="131583"/>
            <a:ext cx="3701545" cy="286139"/>
          </a:xfrm>
          <a:prstGeom prst="rect">
            <a:avLst/>
          </a:prstGeom>
          <a:solidFill>
            <a:srgbClr val="D0DBF2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0354068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D6593F7-85B1-D2D0-C665-51FD28976777}"/>
              </a:ext>
            </a:extLst>
          </p:cNvPr>
          <p:cNvSpPr txBox="1"/>
          <p:nvPr/>
        </p:nvSpPr>
        <p:spPr>
          <a:xfrm>
            <a:off x="5530781" y="6488668"/>
            <a:ext cx="1130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 dirty="0"/>
              <a:t>מבנה אתר</a:t>
            </a:r>
            <a:endParaRPr lang="en-IL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E733853-656E-6AF2-1F52-8B1323266686}"/>
              </a:ext>
            </a:extLst>
          </p:cNvPr>
          <p:cNvSpPr/>
          <p:nvPr/>
        </p:nvSpPr>
        <p:spPr>
          <a:xfrm>
            <a:off x="10254343" y="83976"/>
            <a:ext cx="1772816" cy="6404692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he-IL" dirty="0">
                <a:solidFill>
                  <a:schemeClr val="tx1"/>
                </a:solidFill>
              </a:rPr>
              <a:t>תפריט ניווט</a:t>
            </a:r>
          </a:p>
          <a:p>
            <a:pPr algn="ctr"/>
            <a:r>
              <a:rPr lang="he-IL" dirty="0">
                <a:solidFill>
                  <a:schemeClr val="tx1"/>
                </a:solidFill>
              </a:rPr>
              <a:t>(בין בעלי משימה)</a:t>
            </a:r>
            <a:endParaRPr lang="en-IL" dirty="0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812452F-D9AD-293B-DBC5-3787B1506B7F}"/>
              </a:ext>
            </a:extLst>
          </p:cNvPr>
          <p:cNvSpPr/>
          <p:nvPr/>
        </p:nvSpPr>
        <p:spPr>
          <a:xfrm>
            <a:off x="270588" y="83976"/>
            <a:ext cx="9983755" cy="6404692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0283C07-5EF1-9A1A-67D4-3E30729615A2}"/>
              </a:ext>
            </a:extLst>
          </p:cNvPr>
          <p:cNvSpPr/>
          <p:nvPr/>
        </p:nvSpPr>
        <p:spPr>
          <a:xfrm>
            <a:off x="1613479" y="956387"/>
            <a:ext cx="7834604" cy="5313783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/>
            <a:endParaRPr lang="en-IL" dirty="0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E478E5C-1F27-579A-997B-842FC1024463}"/>
              </a:ext>
            </a:extLst>
          </p:cNvPr>
          <p:cNvSpPr/>
          <p:nvPr/>
        </p:nvSpPr>
        <p:spPr>
          <a:xfrm>
            <a:off x="1613479" y="5830861"/>
            <a:ext cx="803867" cy="439309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e-IL" sz="1400" dirty="0">
                <a:solidFill>
                  <a:schemeClr val="tx1"/>
                </a:solidFill>
              </a:rPr>
              <a:t>שמור </a:t>
            </a:r>
            <a:endParaRPr lang="en-IL" sz="1400" dirty="0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E683732-7E3E-6F50-2EC8-A876EEEDFD43}"/>
              </a:ext>
            </a:extLst>
          </p:cNvPr>
          <p:cNvSpPr/>
          <p:nvPr/>
        </p:nvSpPr>
        <p:spPr>
          <a:xfrm>
            <a:off x="1613479" y="1493286"/>
            <a:ext cx="7834604" cy="4067759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/>
            <a:r>
              <a:rPr lang="he-IL" dirty="0">
                <a:solidFill>
                  <a:schemeClr val="tx1"/>
                </a:solidFill>
              </a:rPr>
              <a:t>משימות . . .</a:t>
            </a:r>
            <a:endParaRPr lang="en-IL" dirty="0">
              <a:solidFill>
                <a:schemeClr val="tx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42FA871-3ECD-E674-902A-F62801D9EF25}"/>
              </a:ext>
            </a:extLst>
          </p:cNvPr>
          <p:cNvSpPr/>
          <p:nvPr/>
        </p:nvSpPr>
        <p:spPr>
          <a:xfrm>
            <a:off x="1613479" y="247262"/>
            <a:ext cx="7834604" cy="439309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e-IL" dirty="0">
                <a:solidFill>
                  <a:schemeClr val="tx1"/>
                </a:solidFill>
              </a:rPr>
              <a:t>כותרת</a:t>
            </a:r>
            <a:endParaRPr lang="en-IL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62573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F7D529E-822B-B903-FA12-052F338548AA}"/>
              </a:ext>
            </a:extLst>
          </p:cNvPr>
          <p:cNvSpPr txBox="1"/>
          <p:nvPr/>
        </p:nvSpPr>
        <p:spPr>
          <a:xfrm>
            <a:off x="5530781" y="6488668"/>
            <a:ext cx="18517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 dirty="0"/>
              <a:t>טכנולוגיות בשימוש</a:t>
            </a:r>
            <a:endParaRPr lang="en-IL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84EEFF-7827-9918-FC38-1DF4C6C9852F}"/>
              </a:ext>
            </a:extLst>
          </p:cNvPr>
          <p:cNvSpPr txBox="1"/>
          <p:nvPr/>
        </p:nvSpPr>
        <p:spPr>
          <a:xfrm>
            <a:off x="0" y="111967"/>
            <a:ext cx="121920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HTML5 – </a:t>
            </a:r>
            <a:r>
              <a:rPr lang="he-IL" dirty="0"/>
              <a:t>שלד אתר</a:t>
            </a:r>
            <a:endParaRPr lang="en-US" dirty="0"/>
          </a:p>
          <a:p>
            <a:r>
              <a:rPr lang="en-US" dirty="0"/>
              <a:t>CSS</a:t>
            </a:r>
            <a:r>
              <a:rPr lang="he-IL" dirty="0"/>
              <a:t> </a:t>
            </a:r>
            <a:r>
              <a:rPr lang="en-US" dirty="0"/>
              <a:t>– </a:t>
            </a:r>
            <a:r>
              <a:rPr lang="he-IL" dirty="0"/>
              <a:t>עיצוב </a:t>
            </a:r>
            <a:endParaRPr lang="en-US" dirty="0"/>
          </a:p>
          <a:p>
            <a:r>
              <a:rPr lang="en-US" dirty="0"/>
              <a:t>JavaScript – </a:t>
            </a:r>
            <a:r>
              <a:rPr lang="he-IL" dirty="0"/>
              <a:t>פונקציונאליות אתר</a:t>
            </a:r>
            <a:endParaRPr lang="en-US" dirty="0"/>
          </a:p>
          <a:p>
            <a:r>
              <a:rPr lang="en-US" dirty="0"/>
              <a:t>Postman – API</a:t>
            </a:r>
            <a:r>
              <a:rPr lang="he-IL" dirty="0"/>
              <a:t> </a:t>
            </a:r>
            <a:endParaRPr lang="en-US" dirty="0"/>
          </a:p>
          <a:p>
            <a:endParaRPr lang="en-US" dirty="0"/>
          </a:p>
          <a:p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6598701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26BC2A6-8F82-3991-FE3C-066FB02C41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1414" y="1293528"/>
            <a:ext cx="9469171" cy="406774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58460C1-7AD1-FAB9-BCB9-316093A50CB4}"/>
              </a:ext>
            </a:extLst>
          </p:cNvPr>
          <p:cNvSpPr txBox="1"/>
          <p:nvPr/>
        </p:nvSpPr>
        <p:spPr>
          <a:xfrm>
            <a:off x="5296741" y="6488668"/>
            <a:ext cx="15985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 dirty="0"/>
              <a:t>שמירת משתנים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1563533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67608A-B5BF-1568-407B-054462116F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task = { id: </a:t>
            </a:r>
            <a:r>
              <a:rPr lang="en-US" sz="2400" dirty="0">
                <a:highlight>
                  <a:srgbClr val="C0C0C0"/>
                </a:highlight>
              </a:rPr>
              <a:t>X</a:t>
            </a:r>
            <a:r>
              <a:rPr lang="en-US" sz="2400" dirty="0"/>
              <a:t>, category: </a:t>
            </a:r>
            <a:r>
              <a:rPr lang="en-US" sz="2400" dirty="0">
                <a:highlight>
                  <a:srgbClr val="C0C0C0"/>
                </a:highlight>
              </a:rPr>
              <a:t>“X”</a:t>
            </a:r>
            <a:r>
              <a:rPr lang="en-US" sz="2400" dirty="0"/>
              <a:t>, </a:t>
            </a:r>
          </a:p>
          <a:p>
            <a:pPr marL="0" indent="0">
              <a:buNone/>
            </a:pPr>
            <a:r>
              <a:rPr lang="en-US" sz="2400" dirty="0"/>
              <a:t>		date: </a:t>
            </a:r>
            <a:r>
              <a:rPr lang="en-US" sz="2400" dirty="0">
                <a:highlight>
                  <a:srgbClr val="C0C0C0"/>
                </a:highlight>
              </a:rPr>
              <a:t>DDMMYYYY</a:t>
            </a:r>
            <a:r>
              <a:rPr lang="en-US" sz="2400" dirty="0"/>
              <a:t>,</a:t>
            </a:r>
          </a:p>
          <a:p>
            <a:pPr marL="0" indent="0">
              <a:buNone/>
            </a:pPr>
            <a:r>
              <a:rPr lang="en-US" sz="2400" dirty="0"/>
              <a:t>		content: </a:t>
            </a:r>
            <a:r>
              <a:rPr lang="en-US" sz="2400" dirty="0">
                <a:highlight>
                  <a:srgbClr val="C0C0C0"/>
                </a:highlight>
              </a:rPr>
              <a:t>“X” </a:t>
            </a:r>
            <a:r>
              <a:rPr lang="en-US" sz="2400" dirty="0"/>
              <a:t>,</a:t>
            </a:r>
            <a:r>
              <a:rPr lang="en-US" sz="2400" dirty="0">
                <a:highlight>
                  <a:srgbClr val="C0C0C0"/>
                </a:highlight>
              </a:rPr>
              <a:t> </a:t>
            </a:r>
          </a:p>
          <a:p>
            <a:pPr marL="0" indent="0">
              <a:buNone/>
            </a:pPr>
            <a:r>
              <a:rPr lang="en-US" sz="2400" dirty="0"/>
              <a:t>		user: </a:t>
            </a:r>
            <a:r>
              <a:rPr lang="en-US" sz="2400" dirty="0">
                <a:highlight>
                  <a:srgbClr val="C0C0C0"/>
                </a:highlight>
              </a:rPr>
              <a:t>“X”</a:t>
            </a:r>
            <a:r>
              <a:rPr lang="en-US" sz="2400" dirty="0"/>
              <a:t>}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category = { key: </a:t>
            </a:r>
            <a:r>
              <a:rPr lang="en-US" sz="2400" dirty="0">
                <a:highlight>
                  <a:srgbClr val="C0C0C0"/>
                </a:highlight>
              </a:rPr>
              <a:t>“X”</a:t>
            </a:r>
            <a:r>
              <a:rPr lang="en-US" sz="2400" dirty="0"/>
              <a:t>, </a:t>
            </a:r>
            <a:r>
              <a:rPr lang="en-US" sz="2400" dirty="0" err="1"/>
              <a:t>svg</a:t>
            </a:r>
            <a:r>
              <a:rPr lang="en-US" sz="2400" dirty="0"/>
              <a:t>: </a:t>
            </a:r>
            <a:r>
              <a:rPr lang="en-US" sz="2400" dirty="0">
                <a:highlight>
                  <a:srgbClr val="C0C0C0"/>
                </a:highlight>
              </a:rPr>
              <a:t>X </a:t>
            </a:r>
            <a:r>
              <a:rPr lang="en-US" sz="2400" dirty="0"/>
              <a:t>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827E678-1173-2B6C-8FA0-5AD6CFADA4E6}"/>
              </a:ext>
            </a:extLst>
          </p:cNvPr>
          <p:cNvSpPr txBox="1"/>
          <p:nvPr/>
        </p:nvSpPr>
        <p:spPr>
          <a:xfrm>
            <a:off x="5186937" y="6488668"/>
            <a:ext cx="18181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 dirty="0"/>
              <a:t>אובייקטים לשימוש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3566677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227</TotalTime>
  <Words>133</Words>
  <Application>Microsoft Office PowerPoint</Application>
  <PresentationFormat>Widescreen</PresentationFormat>
  <Paragraphs>38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doronklain1@gmail.com</dc:creator>
  <cp:lastModifiedBy>doronklain1@gmail.com</cp:lastModifiedBy>
  <cp:revision>2</cp:revision>
  <dcterms:created xsi:type="dcterms:W3CDTF">2026-02-10T19:44:19Z</dcterms:created>
  <dcterms:modified xsi:type="dcterms:W3CDTF">2026-02-18T18:28:23Z</dcterms:modified>
</cp:coreProperties>
</file>